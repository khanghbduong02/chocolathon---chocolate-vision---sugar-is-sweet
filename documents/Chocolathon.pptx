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BM Plex Sans"/>
      <p:regular r:id="rId14"/>
      <p:bold r:id="rId15"/>
      <p:italic r:id="rId16"/>
      <p:boldItalic r:id="rId17"/>
    </p:embeddedFont>
    <p:embeddedFont>
      <p:font typeface="Sora SemiBold"/>
      <p:regular r:id="rId18"/>
      <p:bold r:id="rId19"/>
    </p:embeddedFont>
    <p:embeddedFont>
      <p:font typeface="IBM Plex Sans Medium"/>
      <p:regular r:id="rId20"/>
      <p:bold r:id="rId21"/>
      <p:italic r:id="rId22"/>
      <p:boldItalic r:id="rId23"/>
    </p:embeddedFont>
    <p:embeddedFont>
      <p:font typeface="Sora Light"/>
      <p:regular r:id="rId24"/>
      <p:bold r:id="rId25"/>
    </p:embeddedFont>
    <p:embeddedFont>
      <p:font typeface="Sora ExtraLight"/>
      <p:regular r:id="rId26"/>
      <p:bold r:id="rId27"/>
    </p:embeddedFont>
    <p:embeddedFont>
      <p:font typeface="Sora"/>
      <p:regular r:id="rId28"/>
      <p:bold r:id="rId29"/>
    </p:embeddedFont>
    <p:embeddedFont>
      <p:font typeface="Sora Medium"/>
      <p:regular r:id="rId30"/>
      <p:bold r:id="rId31"/>
    </p:embeddedFont>
    <p:embeddedFont>
      <p:font typeface="IBM Plex Sa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bold.fntdata"/><Relationship Id="rId30" Type="http://schemas.openxmlformats.org/officeDocument/2006/relationships/font" Target="fonts/SoraMedium-regular.fntdata"/><Relationship Id="rId33" Type="http://schemas.openxmlformats.org/officeDocument/2006/relationships/font" Target="fonts/IBMPlexSansSemiBold-bold.fntdata"/><Relationship Id="rId32" Type="http://schemas.openxmlformats.org/officeDocument/2006/relationships/font" Target="fonts/IBMPlexSansSemiBold-regular.fntdata"/><Relationship Id="rId35" Type="http://schemas.openxmlformats.org/officeDocument/2006/relationships/font" Target="fonts/IBMPlexSansSemiBold-boldItalic.fntdata"/><Relationship Id="rId34" Type="http://schemas.openxmlformats.org/officeDocument/2006/relationships/font" Target="fonts/IBMPlexSansSemiBold-italic.fntdata"/><Relationship Id="rId20" Type="http://schemas.openxmlformats.org/officeDocument/2006/relationships/font" Target="fonts/IBMPlexSansMedium-regular.fntdata"/><Relationship Id="rId22" Type="http://schemas.openxmlformats.org/officeDocument/2006/relationships/font" Target="fonts/IBMPlexSansMedium-italic.fntdata"/><Relationship Id="rId21" Type="http://schemas.openxmlformats.org/officeDocument/2006/relationships/font" Target="fonts/IBMPlexSansMedium-bold.fntdata"/><Relationship Id="rId24" Type="http://schemas.openxmlformats.org/officeDocument/2006/relationships/font" Target="fonts/SoraLight-regular.fntdata"/><Relationship Id="rId23" Type="http://schemas.openxmlformats.org/officeDocument/2006/relationships/font" Target="fonts/IBMPlexSansMedium-boldItalic.fntdata"/><Relationship Id="rId26" Type="http://schemas.openxmlformats.org/officeDocument/2006/relationships/font" Target="fonts/SoraExtraLight-regular.fntdata"/><Relationship Id="rId25" Type="http://schemas.openxmlformats.org/officeDocument/2006/relationships/font" Target="fonts/SoraLight-bold.fntdata"/><Relationship Id="rId28" Type="http://schemas.openxmlformats.org/officeDocument/2006/relationships/font" Target="fonts/Sora-regular.fntdata"/><Relationship Id="rId27" Type="http://schemas.openxmlformats.org/officeDocument/2006/relationships/font" Target="fonts/SoraExtraLight-bold.fntdata"/><Relationship Id="rId29" Type="http://schemas.openxmlformats.org/officeDocument/2006/relationships/font" Target="fonts/Sor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bold.fntdata"/><Relationship Id="rId14" Type="http://schemas.openxmlformats.org/officeDocument/2006/relationships/font" Target="fonts/IBMPlexSans-regular.fntdata"/><Relationship Id="rId17" Type="http://schemas.openxmlformats.org/officeDocument/2006/relationships/font" Target="fonts/IBMPlexSans-boldItalic.fntdata"/><Relationship Id="rId16" Type="http://schemas.openxmlformats.org/officeDocument/2006/relationships/font" Target="fonts/IBMPlexSans-italic.fntdata"/><Relationship Id="rId19" Type="http://schemas.openxmlformats.org/officeDocument/2006/relationships/font" Target="fonts/SoraSemiBold-bold.fntdata"/><Relationship Id="rId18" Type="http://schemas.openxmlformats.org/officeDocument/2006/relationships/font" Target="fonts/Sora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baa43d25f_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fbaa43d25f_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fbaa43d25f_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fbaa43d25f_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fbaa43d25f_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fbaa43d25f_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fbaa43d25f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fbaa43d25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fbaa43d25f_8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fbaa43d25f_8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fbaa43d25f_8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fbaa43d25f_8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fbaa43d25f_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fbaa43d25f_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fbaa43d25f_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fbaa43d25f_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19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0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5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450"/>
            <a:ext cx="9144001" cy="49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5601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