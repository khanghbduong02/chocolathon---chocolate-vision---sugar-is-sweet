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IBM Plex Sans"/>
      <p:regular r:id="rId12"/>
      <p:bold r:id="rId13"/>
      <p:italic r:id="rId14"/>
      <p:boldItalic r:id="rId15"/>
    </p:embeddedFont>
    <p:embeddedFont>
      <p:font typeface="Sora SemiBold"/>
      <p:regular r:id="rId16"/>
      <p:bold r:id="rId17"/>
    </p:embeddedFont>
    <p:embeddedFont>
      <p:font typeface="IBM Plex Sans Medium"/>
      <p:regular r:id="rId18"/>
      <p:bold r:id="rId19"/>
      <p:italic r:id="rId20"/>
      <p:boldItalic r:id="rId21"/>
    </p:embeddedFont>
    <p:embeddedFont>
      <p:font typeface="Sora Light"/>
      <p:regular r:id="rId22"/>
      <p:bold r:id="rId23"/>
    </p:embeddedFont>
    <p:embeddedFont>
      <p:font typeface="Sora ExtraLight"/>
      <p:regular r:id="rId24"/>
      <p:bold r:id="rId25"/>
    </p:embeddedFont>
    <p:embeddedFont>
      <p:font typeface="Sora"/>
      <p:regular r:id="rId26"/>
      <p:bold r:id="rId27"/>
    </p:embeddedFont>
    <p:embeddedFont>
      <p:font typeface="Sora Medium"/>
      <p:regular r:id="rId28"/>
      <p:bold r:id="rId29"/>
    </p:embeddedFont>
    <p:embeddedFont>
      <p:font typeface="IBM Plex Sans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BMPlexSansSemiBold-bold.fntdata"/><Relationship Id="rId30" Type="http://schemas.openxmlformats.org/officeDocument/2006/relationships/font" Target="fonts/IBMPlexSansSemiBold-regular.fntdata"/><Relationship Id="rId33" Type="http://schemas.openxmlformats.org/officeDocument/2006/relationships/font" Target="fonts/IBMPlexSansSemiBold-boldItalic.fntdata"/><Relationship Id="rId32" Type="http://schemas.openxmlformats.org/officeDocument/2006/relationships/font" Target="fonts/IBMPlexSansSemiBold-italic.fntdata"/><Relationship Id="rId20" Type="http://schemas.openxmlformats.org/officeDocument/2006/relationships/font" Target="fonts/IBMPlexSansMedium-italic.fntdata"/><Relationship Id="rId22" Type="http://schemas.openxmlformats.org/officeDocument/2006/relationships/font" Target="fonts/SoraLight-regular.fntdata"/><Relationship Id="rId21" Type="http://schemas.openxmlformats.org/officeDocument/2006/relationships/font" Target="fonts/IBMPlexSansMedium-boldItalic.fntdata"/><Relationship Id="rId24" Type="http://schemas.openxmlformats.org/officeDocument/2006/relationships/font" Target="fonts/SoraExtraLight-regular.fntdata"/><Relationship Id="rId23" Type="http://schemas.openxmlformats.org/officeDocument/2006/relationships/font" Target="fonts/SoraLight-bold.fntdata"/><Relationship Id="rId26" Type="http://schemas.openxmlformats.org/officeDocument/2006/relationships/font" Target="fonts/Sora-regular.fntdata"/><Relationship Id="rId25" Type="http://schemas.openxmlformats.org/officeDocument/2006/relationships/font" Target="fonts/SoraExtraLight-bold.fntdata"/><Relationship Id="rId28" Type="http://schemas.openxmlformats.org/officeDocument/2006/relationships/font" Target="fonts/SoraMedium-regular.fntdata"/><Relationship Id="rId27" Type="http://schemas.openxmlformats.org/officeDocument/2006/relationships/font" Target="fonts/Sora-bold.fntdata"/><Relationship Id="rId29" Type="http://schemas.openxmlformats.org/officeDocument/2006/relationships/font" Target="fonts/SoraMedium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IBMPlexSans-bold.fntdata"/><Relationship Id="rId12" Type="http://schemas.openxmlformats.org/officeDocument/2006/relationships/font" Target="fonts/IBMPlexSans-regular.fntdata"/><Relationship Id="rId15" Type="http://schemas.openxmlformats.org/officeDocument/2006/relationships/font" Target="fonts/IBMPlexSans-boldItalic.fntdata"/><Relationship Id="rId14" Type="http://schemas.openxmlformats.org/officeDocument/2006/relationships/font" Target="fonts/IBMPlexSans-italic.fntdata"/><Relationship Id="rId17" Type="http://schemas.openxmlformats.org/officeDocument/2006/relationships/font" Target="fonts/SoraSemiBold-bold.fntdata"/><Relationship Id="rId16" Type="http://schemas.openxmlformats.org/officeDocument/2006/relationships/font" Target="fonts/SoraSemiBold-regular.fntdata"/><Relationship Id="rId19" Type="http://schemas.openxmlformats.org/officeDocument/2006/relationships/font" Target="fonts/IBMPlexSansMedium-bold.fntdata"/><Relationship Id="rId18" Type="http://schemas.openxmlformats.org/officeDocument/2006/relationships/font" Target="fonts/IBMPlexSans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fbaae2cbf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3fbaae2cbf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fbaae2cbf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3fbaae2cbf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fbaa80c35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3fbaa80c35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fbaa80c356_0_17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3fbaa80c356_0_1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" name="Google Shape;57;p14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60" name="Google Shape;60;p14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1" name="Google Shape;61;p14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62" name="Google Shape;62;p14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63" name="Google Shape;63;p1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4" name="Google Shape;64;p1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5" name="Google Shape;65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6" name="Google Shape;66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" name="Google Shape;6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8" name="Google Shape;68;p14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69" name="Google Shape;6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" name="Google Shape;70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" name="Google Shape;71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" name="Google Shape;72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3" name="Google Shape;73;p1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4" name="Google Shape;74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" name="Google Shape;75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" name="Google Shape;76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" name="Google Shape;7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8" name="Google Shape;78;p14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79" name="Google Shape;7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1" name="Google Shape;81;p14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" name="Google Shape;82;p14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86" name="Google Shape;86;p1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7" name="Google Shape;87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" name="Google Shape;89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2" name="Google Shape;92;p1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3" name="Google Shape;93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" name="Google Shape;95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8" name="Google Shape;98;p1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" name="Google Shape;99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" name="Google Shape;101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4" name="Google Shape;104;p1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5" name="Google Shape;105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10" name="Google Shape;110;p1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1" name="Google Shape;111;p15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3" name="Google Shape;113;p15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" name="Google Shape;114;p15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6" name="Google Shape;116;p1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18" name="Google Shape;118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6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21" name="Google Shape;121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22" name="Google Shape;122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3" name="Google Shape;123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" name="Google Shape;124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8" name="Google Shape;128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9" name="Google Shape;129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0" name="Google Shape;130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1" name="Google Shape;131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4" name="Google Shape;134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5" name="Google Shape;135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" name="Google Shape;136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" name="Google Shape;137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" name="Google Shape;138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" name="Google Shape;139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0" name="Google Shape;140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1" name="Google Shape;141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" name="Google Shape;143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" name="Google Shape;144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" name="Google Shape;145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6" name="Google Shape;146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7" name="Google Shape;147;p1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9" name="Google Shape;149;p16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56" name="Google Shape;156;p1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57" name="Google Shape;157;p1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58" name="Google Shape;158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9" name="Google Shape;159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0" name="Google Shape;160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1" name="Google Shape;161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2" name="Google Shape;162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3" name="Google Shape;163;p1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4" name="Google Shape;164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" name="Google Shape;165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6" name="Google Shape;166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7" name="Google Shape;167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8" name="Google Shape;168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9" name="Google Shape;169;p1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0" name="Google Shape;170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" name="Google Shape;171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2" name="Google Shape;172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3" name="Google Shape;173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4" name="Google Shape;174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5" name="Google Shape;175;p1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6" name="Google Shape;176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7" name="Google Shape;177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8" name="Google Shape;178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9" name="Google Shape;179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0" name="Google Shape;180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81" name="Google Shape;181;p1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82" name="Google Shape;182;p17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83" name="Google Shape;183;p17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84" name="Google Shape;184;p17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88" name="Google Shape;188;p17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89" name="Google Shape;18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3" name="Google Shape;193;p17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94" name="Google Shape;194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8" name="Google Shape;198;p17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99" name="Google Shape;19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03" name="Google Shape;203;p17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204" name="Google Shape;204;p17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05" name="Google Shape;205;p17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06" name="Google Shape;206;p17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07" name="Google Shape;207;p1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209" name="Google Shape;209;p17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0" name="Google Shape;210;p17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3" name="Google Shape;213;p18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4" name="Google Shape;214;p18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5" name="Google Shape;215;p18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6" name="Google Shape;216;p18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18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18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18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18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1" name="Google Shape;221;p18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2" name="Google Shape;222;p18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3" name="Google Shape;223;p18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24" name="Google Shape;224;p18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25" name="Google Shape;225;p18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26" name="Google Shape;226;p18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1" name="Google Shape;231;p19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3" name="Google Shape;233;p1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4" name="Google Shape;234;p19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6" name="Google Shape;236;p1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239" name="Google Shape;239;p20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240" name="Google Shape;240;p20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241" name="Google Shape;241;p20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242" name="Google Shape;242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3" name="Google Shape;243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47" name="Google Shape;247;p20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48" name="Google Shape;248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53" name="Google Shape;253;p20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54" name="Google Shape;254;p20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20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6" name="Google Shape;256;p20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7" name="Google Shape;257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8" name="Google Shape;258;p20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9" name="Google Shape;259;p2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2" name="Google Shape;262;p21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5" name="Google Shape;265;p21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68" name="Google Shape;268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69" name="Google Shape;269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1" name="Google Shape;271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4" name="Google Shape;274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75" name="Google Shape;275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9" name="Google Shape;279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80" name="Google Shape;280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3" name="Google Shape;283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84" name="Google Shape;284;p2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86" name="Google Shape;286;p2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90" name="Google Shape;290;p23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91" name="Google Shape;291;p23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94" name="Google Shape;294;p23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3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3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3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23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3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0" name="Google Shape;300;p23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01" name="Google Shape;301;p23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02" name="Google Shape;302;p23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03" name="Google Shape;303;p23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307" name="Google Shape;307;p24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8" name="Google Shape;308;p24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9" name="Google Shape;309;p24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4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4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4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4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4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24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24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24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8" name="Google Shape;318;p2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19" name="Google Shape;319;p24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0" name="Google Shape;320;p24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23" name="Google Shape;323;p25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324" name="Google Shape;324;p25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25" name="Google Shape;325;p25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326" name="Google Shape;326;p25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25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8" name="Google Shape;328;p25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0" name="Google Shape;330;p25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5" name="Google Shape;335;p26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36" name="Google Shape;336;p26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337" name="Google Shape;337;p26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338" name="Google Shape;33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39" name="Google Shape;33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0" name="Google Shape;34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1" name="Google Shape;341;p26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2" name="Google Shape;342;p26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7" name="Google Shape;347;p26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48" name="Google Shape;34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52" name="Google Shape;352;p26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53" name="Google Shape;353;p26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54" name="Google Shape;354;p26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26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7" name="Google Shape;357;p2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0" name="Google Shape;360;p2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1" name="Google Shape;361;p27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62" name="Google Shape;362;p2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28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2" name="Google Shape;372;p28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3" name="Google Shape;373;p2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4" name="Google Shape;374;p28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5" name="Google Shape;375;p28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6" name="Google Shape;376;p28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7" name="Google Shape;377;p28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8" name="Google Shape;378;p28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9" name="Google Shape;379;p28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0" name="Google Shape;380;p28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1" name="Google Shape;381;p28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2" name="Google Shape;382;p28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3" name="Google Shape;383;p28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84" name="Google Shape;384;p28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7" name="Google Shape;387;p29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8" name="Google Shape;388;p29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9" name="Google Shape;389;p29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0" name="Google Shape;390;p29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1" name="Google Shape;391;p29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2" name="Google Shape;392;p29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3" name="Google Shape;393;p29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4" name="Google Shape;394;p29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5" name="Google Shape;395;p2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6" name="Google Shape;396;p29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7" name="Google Shape;397;p29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29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29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29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29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29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29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4" name="Google Shape;404;p29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5" name="Google Shape;405;p29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9" name="Google Shape;409;p30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0" name="Google Shape;410;p30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11" name="Google Shape;411;p30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12" name="Google Shape;412;p3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13" name="Google Shape;413;p3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4" name="Google Shape;414;p3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18" name="Google Shape;418;p3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19" name="Google Shape;419;p3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0" name="Google Shape;420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2" name="Google Shape;422;p3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23" name="Google Shape;423;p3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24" name="Google Shape;424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5" name="Google Shape;425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7" name="Google Shape;427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28" name="Google Shape;428;p30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0" name="Google Shape;430;p30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0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0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30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9" name="Google Shape;439;p30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0" name="Google Shape;440;p30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1" name="Google Shape;441;p30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9" name="Google Shape;449;p31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2" name="Google Shape;452;p31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3" name="Google Shape;453;p31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4" name="Google Shape;454;p31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5" name="Google Shape;455;p31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6" name="Google Shape;456;p31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7" name="Google Shape;457;p31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8" name="Google Shape;458;p31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9" name="Google Shape;459;p31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60" name="Google Shape;460;p31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63" name="Google Shape;463;p32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64" name="Google Shape;464;p32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65" name="Google Shape;465;p3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6" name="Google Shape;466;p32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7" name="Google Shape;467;p32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8" name="Google Shape;468;p32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9" name="Google Shape;469;p32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0" name="Google Shape;470;p32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1" name="Google Shape;471;p32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2" name="Google Shape;472;p32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3" name="Google Shape;473;p32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4" name="Google Shape;474;p32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75" name="Google Shape;475;p32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6" name="Google Shape;476;p3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3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79" name="Google Shape;479;p3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80" name="Google Shape;480;p3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1" name="Google Shape;481;p3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2" name="Google Shape;482;p3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3" name="Google Shape;483;p3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4" name="Google Shape;484;p3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85" name="Google Shape;485;p3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86" name="Google Shape;486;p3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7" name="Google Shape;487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8" name="Google Shape;488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9" name="Google Shape;489;p3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90" name="Google Shape;490;p3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91" name="Google Shape;491;p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2" name="Google Shape;492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3" name="Google Shape;493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4" name="Google Shape;494;p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95" name="Google Shape;495;p3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6" name="Google Shape;496;p33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7" name="Google Shape;497;p33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8" name="Google Shape;498;p33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9" name="Google Shape;499;p33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00" name="Google Shape;500;p33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501" name="Google Shape;501;p3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3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04" name="Google Shape;504;p3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05" name="Google Shape;505;p3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6" name="Google Shape;506;p3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3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3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9" name="Google Shape;509;p3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0" name="Google Shape;510;p3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11" name="Google Shape;511;p3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3" name="Google Shape;513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4" name="Google Shape;514;p3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5" name="Google Shape;515;p3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16" name="Google Shape;516;p3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7" name="Google Shape;517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8" name="Google Shape;518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9" name="Google Shape;519;p3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20" name="Google Shape;520;p34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1" name="Google Shape;521;p34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3" name="Google Shape;523;p34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524" name="Google Shape;524;p34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4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4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34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28" name="Google Shape;528;p34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29" name="Google Shape;529;p34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0" name="Google Shape;530;p34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1" name="Google Shape;531;p34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2" name="Google Shape;532;p34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3" name="Google Shape;533;p34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4" name="Google Shape;534;p3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5" name="Google Shape;535;p34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6" name="Google Shape;536;p34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7" name="Google Shape;537;p34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38" name="Google Shape;538;p3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35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541" name="Google Shape;541;p35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542" name="Google Shape;542;p35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543" name="Google Shape;543;p35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35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35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35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7" name="Google Shape;547;p35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8" name="Google Shape;548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9" name="Google Shape;54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2" name="Google Shape;55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3" name="Google Shape;55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4" name="Google Shape;554;p35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55" name="Google Shape;555;p35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8" name="Google Shape;55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9" name="Google Shape;55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0" name="Google Shape;560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1" name="Google Shape;56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2" name="Google Shape;56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4" name="Google Shape;564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65" name="Google Shape;565;p35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66" name="Google Shape;566;p35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67" name="Google Shape;567;p3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68" name="Google Shape;568;p3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9" name="Google Shape;56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0" name="Google Shape;57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1" name="Google Shape;57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2" name="Google Shape;57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4" name="Google Shape;574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5" name="Google Shape;575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7" name="Google Shape;57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8" name="Google Shape;57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9" name="Google Shape;57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0" name="Google Shape;580;p3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1" name="Google Shape;58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2" name="Google Shape;58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3" name="Google Shape;58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6" name="Google Shape;586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8" name="Google Shape;58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9" name="Google Shape;58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0" name="Google Shape;59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1" name="Google Shape;59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92" name="Google Shape;592;p3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93" name="Google Shape;593;p35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4" name="Google Shape;594;p35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5" name="Google Shape;595;p35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6" name="Google Shape;596;p35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97" name="Google Shape;597;p3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8" name="Google Shape;598;p35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9" name="Google Shape;599;p35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0" name="Google Shape;600;p35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1" name="Google Shape;601;p35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2" name="Google Shape;602;p35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3" name="Google Shape;603;p35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4" name="Google Shape;604;p35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5" name="Google Shape;605;p35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6" name="Google Shape;606;p35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7" name="Google Shape;607;p35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6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2" name="Google Shape;612;p36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36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4" name="Google Shape;614;p36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5" name="Google Shape;615;p36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8" name="Google Shape;618;p36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19" name="Google Shape;619;p3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0" name="Google Shape;620;p36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1" name="Google Shape;621;p36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2" name="Google Shape;622;p36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3" name="Google Shape;623;p36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4" name="Google Shape;624;p36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5" name="Google Shape;625;p36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6" name="Google Shape;626;p36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7" name="Google Shape;627;p36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8" name="Google Shape;628;p36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7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1" name="Google Shape;631;p37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2" name="Google Shape;632;p37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37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4" name="Google Shape;634;p37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5" name="Google Shape;635;p3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6" name="Google Shape;636;p37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37" name="Google Shape;637;p37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38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40" name="Google Shape;640;p38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41" name="Google Shape;641;p38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2" name="Google Shape;642;p38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3" name="Google Shape;643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4" name="Google Shape;644;p38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45" name="Google Shape;645;p3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6" name="Google Shape;646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7" name="Google Shape;647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8" name="Google Shape;648;p38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49" name="Google Shape;649;p38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0" name="Google Shape;650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1" name="Google Shape;651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52" name="Google Shape;652;p38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53" name="Google Shape;653;p38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4" name="Google Shape;654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55" name="Google Shape;655;p38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56" name="Google Shape;656;p3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7" name="Google Shape;657;p38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8" name="Google Shape;658;p38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59" name="Google Shape;659;p38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0" name="Google Shape;660;p38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1" name="Google Shape;661;p38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2" name="Google Shape;662;p38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3" name="Google Shape;663;p38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4" name="Google Shape;664;p38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5" name="Google Shape;665;p38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6" name="Google Shape;666;p38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7" name="Google Shape;667;p3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39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70" name="Google Shape;670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71" name="Google Shape;671;p39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72" name="Google Shape;672;p3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3" name="Google Shape;673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74" name="Google Shape;674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75" name="Google Shape;675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6" name="Google Shape;676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7" name="Google Shape;677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78" name="Google Shape;678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79" name="Google Shape;67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80" name="Google Shape;68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81" name="Google Shape;681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82" name="Google Shape;682;p39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83" name="Google Shape;683;p39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4" name="Google Shape;684;p3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5" name="Google Shape;685;p39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6" name="Google Shape;686;p39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7" name="Google Shape;687;p39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8" name="Google Shape;688;p39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9" name="Google Shape;689;p39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90" name="Google Shape;690;p39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91" name="Google Shape;691;p39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92" name="Google Shape;692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93" name="Google Shape;693;p39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94" name="Google Shape;694;p39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95" name="Google Shape;695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96" name="Google Shape;696;p39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97" name="Google Shape;697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98" name="Google Shape;698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99" name="Google Shape;69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0" name="Google Shape;70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1" name="Google Shape;701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02" name="Google Shape;702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03" name="Google Shape;703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4" name="Google Shape;704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05" name="Google Shape;705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06" name="Google Shape;706;p39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07" name="Google Shape;707;p39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8" name="Google Shape;708;p39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709" name="Google Shape;709;p3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39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1" name="Google Shape;711;p39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2" name="Google Shape;712;p39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13" name="Google Shape;713;p39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4" name="Google Shape;714;p39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5" name="Google Shape;715;p39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6" name="Google Shape;716;p39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7" name="Google Shape;717;p3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0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0" name="Google Shape;720;p40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1" name="Google Shape;721;p40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2" name="Google Shape;722;p40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723" name="Google Shape;723;p4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24" name="Google Shape;724;p4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25" name="Google Shape;725;p4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6" name="Google Shape;726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7" name="Google Shape;727;p4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8" name="Google Shape;728;p4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0" name="Google Shape;730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1" name="Google Shape;73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2" name="Google Shape;732;p4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33" name="Google Shape;733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6" name="Google Shape;736;p4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7" name="Google Shape;737;p4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9" name="Google Shape;739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0" name="Google Shape;740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1" name="Google Shape;74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42" name="Google Shape;742;p40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3" name="Google Shape;743;p40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4" name="Google Shape;744;p40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5" name="Google Shape;745;p40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6" name="Google Shape;746;p4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7" name="Google Shape;747;p40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8" name="Google Shape;748;p40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49" name="Google Shape;749;p40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40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40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40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3" name="Google Shape;753;p4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1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6" name="Google Shape;756;p41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7" name="Google Shape;757;p41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8" name="Google Shape;758;p41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9" name="Google Shape;759;p41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0" name="Google Shape;760;p41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61" name="Google Shape;761;p4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62" name="Google Shape;762;p4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63" name="Google Shape;763;p4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64" name="Google Shape;764;p4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5" name="Google Shape;765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66" name="Google Shape;766;p4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67" name="Google Shape;767;p4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8" name="Google Shape;768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9" name="Google Shape;769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0" name="Google Shape;77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1" name="Google Shape;771;p4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72" name="Google Shape;772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3" name="Google Shape;773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4" name="Google Shape;774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5" name="Google Shape;775;p4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76" name="Google Shape;776;p4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7" name="Google Shape;777;p4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8" name="Google Shape;778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9" name="Google Shape;779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0" name="Google Shape;78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81" name="Google Shape;781;p41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2" name="Google Shape;782;p41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3" name="Google Shape;783;p41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4" name="Google Shape;784;p41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5" name="Google Shape;785;p41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6" name="Google Shape;786;p41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7" name="Google Shape;787;p41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8" name="Google Shape;788;p41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9" name="Google Shape;789;p41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0" name="Google Shape;790;p41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1" name="Google Shape;791;p41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2" name="Google Shape;792;p41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3" name="Google Shape;793;p41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94" name="Google Shape;794;p41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2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7" name="Google Shape;797;p42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98" name="Google Shape;798;p42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99" name="Google Shape;799;p4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0" name="Google Shape;800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1" name="Google Shape;801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2" name="Google Shape;802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3" name="Google Shape;803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04" name="Google Shape;804;p4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5" name="Google Shape;805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6" name="Google Shape;80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7" name="Google Shape;80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8" name="Google Shape;80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9" name="Google Shape;80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0" name="Google Shape;810;p42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811" name="Google Shape;811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2" name="Google Shape;812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3" name="Google Shape;813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4" name="Google Shape;814;p42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5" name="Google Shape;815;p42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816" name="Google Shape;81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7" name="Google Shape;81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8" name="Google Shape;81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9" name="Google Shape;81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20" name="Google Shape;820;p42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1" name="Google Shape;821;p42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2" name="Google Shape;822;p42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3" name="Google Shape;823;p42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4" name="Google Shape;824;p42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5" name="Google Shape;825;p42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6" name="Google Shape;826;p42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7" name="Google Shape;827;p42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8" name="Google Shape;828;p42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9" name="Google Shape;829;p42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0" name="Google Shape;830;p42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1" name="Google Shape;831;p4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4" name="Google Shape;834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9" name="Google Shape;83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2" name="Google Shape;842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8" name="Google Shape;848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3" name="Google Shape;853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4" name="Google Shape;854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0" name="Google Shape;860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1" name="Google Shape;861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2" name="Google Shape;862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3" name="Google Shape;863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4" name="Google Shape;864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5" name="Google Shape;865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9" name="Google Shape;869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2" name="Google Shape;872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3" name="Google Shape;873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4" name="Google Shape;874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5" name="Google Shape;875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9" name="Google Shape;879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0" name="Google Shape;880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1" name="Google Shape;881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2" name="Google Shape;882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3" name="Google Shape;883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6" name="Google Shape;886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7" name="Google Shape;887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8" name="Google Shape;888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9" name="Google Shape;889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0" name="Google Shape;890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1" name="Google Shape;891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2" name="Google Shape;892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3" name="Google Shape;893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6" name="Google Shape;896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9" name="Google Shape;899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0" name="Google Shape;900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2" name="Google Shape;90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3" name="Google Shape;903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4" name="Google Shape;904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7" name="Google Shape;907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8" name="Google Shape;908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9" name="Google Shape;909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0" name="Google Shape;910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1" name="Google Shape;911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2" name="Google Shape;91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3" name="Google Shape;913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5" name="Google Shape;915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0" name="Google Shape;920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1" name="Google Shape;921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2" name="Google Shape;922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3" name="Google Shape;923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6" name="Google Shape;926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3" name="Google Shape;933;p63" title="cheers_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Google Shape;938;p64" title="Gemini_Generated_Image_oenmwboenmwboen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3" name="Google Shape;94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00" y="0"/>
            <a:ext cx="8949796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8" name="Google Shape;94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4991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3" name="Google Shape;953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56010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